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7"/>
  </p:notesMasterIdLst>
  <p:handoutMasterIdLst>
    <p:handoutMasterId r:id="rId18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43" r:id="rId14"/>
    <p:sldId id="344" r:id="rId15"/>
    <p:sldId id="30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12/28/2025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12/28/2025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nejai954/vois-cybersecurity-genai-internship/tree/main/build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/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Made by Jai Rane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378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Keystroke Logging  Demonstration</a:t>
            </a:r>
            <a:br>
              <a:rPr lang="en-GB" sz="3200" dirty="0"/>
            </a:br>
            <a:r>
              <a:rPr lang="en-GB" sz="3200" dirty="0"/>
              <a:t>(For educational simulation)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41440" cy="4027404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With the rapid growth of digital systems, users frequently enter sensitive information such as passwords and personal data through keyboards.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Keyloggers are malicious tools that can secretly record keystrokes, leading to serious security and privacy threats.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This project aims to study keyloggers, their working mechanism, and the importance of preventive measures.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5DA765-1A8E-69EC-5F6E-E5D9FE5734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7359" y="1798320"/>
            <a:ext cx="6421121" cy="4173187"/>
          </a:xfrm>
        </p:spPr>
        <p:txBody>
          <a:bodyPr>
            <a:noAutofit/>
          </a:bodyPr>
          <a:lstStyle/>
          <a:p>
            <a:r>
              <a:rPr lang="en-US" dirty="0"/>
              <a:t>A keylogger is a software or hardware tool that records keystrokes made on a keyboard. These keystrokes may include usernames, passwords, and messages.</a:t>
            </a:r>
          </a:p>
          <a:p>
            <a:r>
              <a:rPr lang="en-US" dirty="0"/>
              <a:t>Keyloggers are commonly used by attackers for data theft but may also be used for legitimate purposes such as system monitoring with user consent.</a:t>
            </a:r>
          </a:p>
          <a:p>
            <a:r>
              <a:rPr lang="en-US" dirty="0"/>
              <a:t>This project demonstrates keylogging in a controlled environment and explains system-wide keylogging conceptually under academic guidance.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CDA1A6A5-B45F-1F1F-E382-4776A8F49890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498088" y="2413337"/>
            <a:ext cx="623799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Cybersecurity &amp; Computer Science Students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Ethical Hackers (educational purpose)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&amp; System </a:t>
            </a:r>
            <a:r>
              <a:rPr lang="en-US" altLang="en-US" sz="1800" dirty="0">
                <a:solidFill>
                  <a:schemeClr val="tx1"/>
                </a:solidFill>
              </a:rPr>
              <a:t>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dministrators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Security Analysts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Software Developers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Educational Institutions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General Users/Common People (for raising awareness)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B3882C2-4AEC-F7F5-80AB-3347E2695825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390525" y="1944925"/>
            <a:ext cx="822515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Programming Language: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Python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Software: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VS Code Editor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GUI Library: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Tkinter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Operating System: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Windows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Data/Logs Stored: </a:t>
            </a:r>
            <a:r>
              <a:rPr lang="en-US" altLang="en-US" sz="1800" b="1" dirty="0">
                <a:solidFill>
                  <a:schemeClr val="tx1"/>
                </a:solidFill>
              </a:rPr>
              <a:t>In </a:t>
            </a:r>
            <a:r>
              <a:rPr lang="en-US" altLang="en-US" sz="1800" b="1" u="sng" dirty="0">
                <a:solidFill>
                  <a:schemeClr val="tx1"/>
                </a:solidFill>
              </a:rPr>
              <a:t>‘.txt</a:t>
            </a:r>
            <a:r>
              <a:rPr lang="en-US" altLang="en-US" sz="1800" b="1" dirty="0">
                <a:solidFill>
                  <a:schemeClr val="tx1"/>
                </a:solidFill>
              </a:rPr>
              <a:t>’ format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Text File Logging)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7A510B-65DA-B9B3-FEC2-99004F5D25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0336"/>
          <a:stretch>
            <a:fillRect/>
          </a:stretch>
        </p:blipFill>
        <p:spPr>
          <a:xfrm>
            <a:off x="422959" y="1201586"/>
            <a:ext cx="5745263" cy="466793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AD45DF7-FAC9-7B42-07EE-DD6CE3B70E1D}"/>
              </a:ext>
            </a:extLst>
          </p:cNvPr>
          <p:cNvSpPr txBox="1"/>
          <p:nvPr/>
        </p:nvSpPr>
        <p:spPr>
          <a:xfrm>
            <a:off x="6746240" y="2956560"/>
            <a:ext cx="175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Snippet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40DC0-557F-CE60-5312-5C8178C5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BC5A48-F79E-F805-7EE9-12395F9989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EB564AE-C709-46DC-2DF9-0AF2E369D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E4DAA62C-716C-7CA8-1D67-4D256D1B463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1758128-4210-0A60-A970-93975EFDE1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319" b="21017"/>
          <a:stretch>
            <a:fillRect/>
          </a:stretch>
        </p:blipFill>
        <p:spPr>
          <a:xfrm>
            <a:off x="531970" y="1201586"/>
            <a:ext cx="5745263" cy="46679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1B0637-A8B4-03AA-FB78-30BCDF573236}"/>
              </a:ext>
            </a:extLst>
          </p:cNvPr>
          <p:cNvSpPr txBox="1"/>
          <p:nvPr/>
        </p:nvSpPr>
        <p:spPr>
          <a:xfrm>
            <a:off x="6817360" y="2946400"/>
            <a:ext cx="15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Snippet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8659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9CA0E-826D-F5E9-D859-23AD93B74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45364F-673B-82AB-605C-5147575EA9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4A79B7B-D867-07B6-EBC9-6836FFDA5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210CEAF-713D-9E81-44C0-F43D836813BE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C42017F-A7F7-10E9-2ACC-2E1DC1BED2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897" t="86456" r="1897" b="-1108"/>
          <a:stretch>
            <a:fillRect/>
          </a:stretch>
        </p:blipFill>
        <p:spPr>
          <a:xfrm>
            <a:off x="105931" y="1496793"/>
            <a:ext cx="6455102" cy="20087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EC0FE4-2E5F-661E-EDAE-A4439FF2D0E2}"/>
              </a:ext>
            </a:extLst>
          </p:cNvPr>
          <p:cNvSpPr txBox="1"/>
          <p:nvPr/>
        </p:nvSpPr>
        <p:spPr>
          <a:xfrm>
            <a:off x="7305040" y="2316481"/>
            <a:ext cx="163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Final Snippet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198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BDC98-9351-00E2-3C37-9CC25AC72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A8151C-9F9F-C68F-4D0F-5666D765DA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BA9B4A7-1B04-D53E-22AF-DF28C8FB7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FDE5AAD1-00C8-9E9D-C878-B2608AA84AE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06B52A-F5B5-1E66-DD82-A809BE78B2F5}"/>
              </a:ext>
            </a:extLst>
          </p:cNvPr>
          <p:cNvSpPr txBox="1"/>
          <p:nvPr/>
        </p:nvSpPr>
        <p:spPr>
          <a:xfrm>
            <a:off x="6979920" y="2316480"/>
            <a:ext cx="2072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of </a:t>
            </a:r>
          </a:p>
          <a:p>
            <a:r>
              <a:rPr lang="en-US" dirty="0"/>
              <a:t>Python Code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565EE1-ED91-A2F0-89A5-47B2B9899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61" y="1476087"/>
            <a:ext cx="5977811" cy="405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165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94570-B512-FCB5-6418-E69153B5F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869EA-8266-AD12-3624-D064A5AFD7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489460B-0E9D-8F9C-C072-74555AAB8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2E74725-37DD-B77D-DC5D-3405AD32CC9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A217E0-3600-B0D3-CD7D-38016A755B87}"/>
              </a:ext>
            </a:extLst>
          </p:cNvPr>
          <p:cNvSpPr txBox="1"/>
          <p:nvPr/>
        </p:nvSpPr>
        <p:spPr>
          <a:xfrm>
            <a:off x="6979920" y="2316480"/>
            <a:ext cx="2072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Logs stored </a:t>
            </a:r>
          </a:p>
          <a:p>
            <a:r>
              <a:rPr lang="en-US" dirty="0"/>
              <a:t>In Txt File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1479B5-27F8-A97A-A23E-18C4998519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05337" y="1458982"/>
            <a:ext cx="4719005" cy="412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896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94ACC-6A89-4F9E-7B5C-47E7D8F11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40F8CF-C5E4-D003-7F2F-BEE9581BE9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F861783-CD96-1C8E-A805-67B5FC392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8F635D98-8FD9-D81C-F414-BE5E66B255C4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530B74-FDC8-481A-350B-6EE9868E1F44}"/>
              </a:ext>
            </a:extLst>
          </p:cNvPr>
          <p:cNvSpPr txBox="1"/>
          <p:nvPr/>
        </p:nvSpPr>
        <p:spPr>
          <a:xfrm>
            <a:off x="585436" y="1466838"/>
            <a:ext cx="48400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Github Repository for this project : </a:t>
            </a:r>
          </a:p>
          <a:p>
            <a:endParaRPr lang="en-US" dirty="0"/>
          </a:p>
          <a:p>
            <a:r>
              <a:rPr lang="en-IN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https://github.com/ranejai954/vois-cybersecurity-genai-internship/tree/main/build</a:t>
            </a:r>
            <a:endParaRPr lang="en-IN" dirty="0">
              <a:solidFill>
                <a:srgbClr val="0070C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85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00" y="2728886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615</TotalTime>
  <Words>263</Words>
  <Application>Microsoft Office PowerPoint</Application>
  <PresentationFormat>Widescreen</PresentationFormat>
  <Paragraphs>43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Trebuchet MS</vt:lpstr>
      <vt:lpstr>Wingdings</vt:lpstr>
      <vt:lpstr>Wingdings 3</vt:lpstr>
      <vt:lpstr>Facet</vt:lpstr>
      <vt:lpstr>Keystroke Logging  Demonstration (For educational simulation)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Jai Rane</cp:lastModifiedBy>
  <cp:revision>76</cp:revision>
  <dcterms:created xsi:type="dcterms:W3CDTF">2021-07-11T13:13:15Z</dcterms:created>
  <dcterms:modified xsi:type="dcterms:W3CDTF">2025-12-28T07:30:10Z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